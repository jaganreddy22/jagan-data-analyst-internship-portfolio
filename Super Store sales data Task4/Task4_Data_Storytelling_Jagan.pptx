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Storytelling &amp; 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Superstore Sales Analysis</a:t>
            </a:r>
          </a:p>
          <a:p>
            <a:pPr lvl="1"/>
            <a:r>
              <a:t>Jagan Mohan Reddy B</a:t>
            </a:r>
          </a:p>
          <a:p>
            <a:pPr lvl="1"/>
            <a:r>
              <a:t>Data Analytics Internship – ApexPlanet Software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Profit instability despite strong sales performance.</a:t>
            </a:r>
          </a:p>
          <a:p>
            <a:pPr lvl="1"/>
            <a:r>
              <a:t>Key Question: Do high discounts significantly reduce profitability?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9,994</a:t>
            </a:r>
          </a:p>
          <a:p>
            <a:pPr lvl="1"/>
            <a:r>
              <a:t>Total Columns: 21</a:t>
            </a:r>
          </a:p>
          <a:p>
            <a:pPr lvl="1"/>
            <a:r>
              <a:t>Key Variables: Sales, Profit, Discount, Region,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discount orders frequently generate losses.</a:t>
            </a:r>
          </a:p>
          <a:p>
            <a:pPr lvl="1"/>
            <a:r>
              <a:t>Profit drops sharply above 20% discount 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H0: No profit difference between discount groups.</a:t>
            </a:r>
          </a:p>
          <a:p>
            <a:pPr lvl="1"/>
            <a:r>
              <a:t>H1: High discount orders generate lower profit.</a:t>
            </a:r>
          </a:p>
          <a:p>
            <a:pPr lvl="1"/>
            <a:r>
              <a:t>Test Used: Independent Two-Sample T-Test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Profit (Low Discount): ₹48.84</a:t>
            </a:r>
          </a:p>
          <a:p>
            <a:pPr lvl="1"/>
            <a:r>
              <a:t>Mean Profit (High Discount): ₹-97.18</a:t>
            </a:r>
          </a:p>
          <a:p>
            <a:pPr lvl="1"/>
            <a:r>
              <a:t>Mean Difference: ₹146.02</a:t>
            </a:r>
          </a:p>
          <a:p>
            <a:pPr lvl="1"/>
            <a:r>
              <a:t>P-value: 7.71 × 10⁻¹⁰⁶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Profit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 showing mean profit difference.</a:t>
            </a:r>
          </a:p>
        </p:txBody>
      </p:sp>
      <p:pic>
        <p:nvPicPr>
          <p:cNvPr id="4" name="Picture 3" descr="avg_profi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955" y="2193925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Impact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 of overall financial impact due to high discounts.</a:t>
            </a:r>
          </a:p>
        </p:txBody>
      </p:sp>
      <p:pic>
        <p:nvPicPr>
          <p:cNvPr id="4" name="Picture 3" descr="profit_dif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95716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discount orders generate average loss of ₹97 per order.</a:t>
            </a:r>
          </a:p>
          <a:p>
            <a:pPr lvl="1"/>
            <a:r>
              <a:t>Strategic pricing control required to protect margins.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 discounts between 15–20%.</a:t>
            </a:r>
          </a:p>
          <a:p>
            <a:pPr lvl="1"/>
            <a:r>
              <a:t>Implement controlled promotional strategies.</a:t>
            </a:r>
          </a:p>
          <a:p>
            <a:pPr lvl="1"/>
            <a:r>
              <a:t>Focus on margin-driven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</Words>
  <Application>Microsoft Office PowerPoint</Application>
  <PresentationFormat>On-screen Show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Data Storytelling &amp; Statistical Validation</vt:lpstr>
      <vt:lpstr>Business Objective</vt:lpstr>
      <vt:lpstr>Dataset Overview</vt:lpstr>
      <vt:lpstr>Exploratory Insights</vt:lpstr>
      <vt:lpstr>Hypothesis Testing</vt:lpstr>
      <vt:lpstr>Statistical Results</vt:lpstr>
      <vt:lpstr>Average Profit Comparison</vt:lpstr>
      <vt:lpstr>Profit Impact Visualization</vt:lpstr>
      <vt:lpstr>Business Impact</vt:lpstr>
      <vt:lpstr>Executive 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Jagan Mohan Reddy BasiReddy</cp:lastModifiedBy>
  <cp:revision>2</cp:revision>
  <dcterms:created xsi:type="dcterms:W3CDTF">2013-01-27T09:14:16Z</dcterms:created>
  <dcterms:modified xsi:type="dcterms:W3CDTF">2026-03-03T15:31:35Z</dcterms:modified>
  <cp:category/>
</cp:coreProperties>
</file>